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42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Quantum Flow - Image Analysis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C8C8C8"/>
                </a:solidFill>
              </a:defRPr>
            </a:pPr>
            <a:r>
              <a:t>Performance Metrics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69696"/>
                </a:solidFill>
              </a:defRPr>
            </a:pPr>
            <a:r>
              <a:t>February 10,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Accuracy Comparison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Latency Performance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Throughput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Efficiency Metrics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Performance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 b="1"/>
            </a:pPr>
            <a:r>
              <a:t>⚡ Latency Performance</a:t>
            </a:r>
          </a:p>
          <a:p>
            <a:pPr lvl="1">
              <a:defRPr sz="1400"/>
            </a:pPr>
            <a:r>
              <a:t>image_upload_search: 3957.22ms (mean)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